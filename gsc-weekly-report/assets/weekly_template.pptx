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" y="54864"/>
            <a:ext cx="12079224" cy="91440"/>
          </a:xfrm>
          <a:prstGeom prst="rect">
            <a:avLst/>
          </a:prstGeom>
          <a:solidFill>
            <a:srgbClr val="2669A0"/>
          </a:solidFill>
          <a:ln>
            <a:solidFill>
              <a:srgbClr val="2669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4389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72B4D"/>
                </a:solidFill>
                <a:latin typeface="Arial"/>
              </a:rPr>
              <a:t>{{REPORT_TITLE}}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09160" y="301752"/>
            <a:ext cx="4389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3637A"/>
                </a:solidFill>
                <a:latin typeface="Arial"/>
              </a:rPr>
              <a:t>汇报范围：{{SCOPE}}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89720" y="301752"/>
            <a:ext cx="2514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3637A"/>
                </a:solidFill>
                <a:latin typeface="Arial"/>
              </a:rPr>
              <a:t>{{GENERATED_DATE}}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713232"/>
            <a:ext cx="11247120" cy="1353312"/>
          </a:xfrm>
          <a:prstGeom prst="rect">
            <a:avLst/>
          </a:prstGeom>
          <a:solidFill>
            <a:srgbClr val="E8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822960"/>
            <a:ext cx="1234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72B4D"/>
                </a:solidFill>
                <a:latin typeface="Arial"/>
              </a:rPr>
              <a:t>主要进展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832104"/>
            <a:ext cx="937260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02830"/>
                </a:solidFill>
                <a:latin typeface="Arial"/>
              </a:rPr>
              <a:t>{{MAIN_PROGRESS}}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176272"/>
            <a:ext cx="11247120" cy="1353312"/>
          </a:xfrm>
          <a:prstGeom prst="rect">
            <a:avLst/>
          </a:prstGeom>
          <a:solidFill>
            <a:srgbClr val="FFF6EB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2286000"/>
            <a:ext cx="1234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72B4D"/>
                </a:solidFill>
                <a:latin typeface="Arial"/>
              </a:rPr>
              <a:t>存在问题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2295144"/>
            <a:ext cx="937260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02830"/>
                </a:solidFill>
                <a:latin typeface="Arial"/>
              </a:rPr>
              <a:t>{{ISSUES}}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3639312"/>
            <a:ext cx="11247120" cy="1353312"/>
          </a:xfrm>
          <a:prstGeom prst="rect">
            <a:avLst/>
          </a:prstGeom>
          <a:solidFill>
            <a:srgbClr val="F6F1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3749039"/>
            <a:ext cx="1234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72B4D"/>
                </a:solidFill>
                <a:latin typeface="Arial"/>
              </a:rPr>
              <a:t>需要帮助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3758184"/>
            <a:ext cx="937260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02830"/>
                </a:solidFill>
                <a:latin typeface="Arial"/>
              </a:rPr>
              <a:t>{{HELP_NEEDED}}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5102352"/>
            <a:ext cx="11247120" cy="1353312"/>
          </a:xfrm>
          <a:prstGeom prst="rect">
            <a:avLst/>
          </a:prstGeom>
          <a:solidFill>
            <a:srgbClr val="EEFAF3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5212080"/>
            <a:ext cx="1234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72B4D"/>
                </a:solidFill>
                <a:latin typeface="Arial"/>
              </a:rPr>
              <a:t>下周计划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5221224"/>
            <a:ext cx="937260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02830"/>
                </a:solidFill>
                <a:latin typeface="Arial"/>
              </a:rPr>
              <a:t>{{NEXT_PLAN}}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446520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64748B"/>
                </a:solidFill>
                <a:latin typeface="Arial"/>
              </a:rPr>
              <a:t>{{REPORT_WEEK}}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