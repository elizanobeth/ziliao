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221685"/>
            <a:ext cx="10969200" cy="705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sz="3200" b="1">
                <a:latin typeface="Heiti SC Medium"/>
              </a:rPr>
              <a:t>GSC Weekly Report --{{REPORT_WEEK}}                {{SCOPE}}</a:t>
            </a:r>
            <a:endParaRPr lang="en-US" altLang="zh-CN" sz="3200" b="1">
              <a:latin typeface="Heiti SC Medium" panose="02000000000000000000" charset="-122"/>
              <a:ea typeface="Heiti SC Medium" panose="02000000000000000000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433070" y="1221740"/>
            <a:ext cx="11144250" cy="4990465"/>
          </a:xfrm>
          <a:prstGeom prst="rect">
            <a:avLst/>
          </a:prstGeom>
          <a:noFill/>
        </p:spPr>
        <p:txBody>
          <a:bodyPr wrap="square" rtlCol="0" anchor="t" anchorCtr="0">
            <a:normAutofit lnSpcReduction="20000"/>
          </a:bodyPr>
          <a:lstStyle/>
          <a:p>
            <a:pPr marL="285750" indent="-285750" fontAlgn="t">
              <a:lnSpc>
                <a:spcPct val="160000"/>
              </a:lnSpc>
              <a:buFont typeface="Wingdings" panose="05000000000000000000" charset="0"/>
              <a:buChar char=""/>
            </a:pPr>
            <a:r>
              <a:rPr sz="1600">
                <a:latin typeface="+mn-ea"/>
              </a:rPr>
              <a:t>主要进展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marL="285750" fontAlgn="t">
              <a:lnSpc>
                <a:spcPct val="160000"/>
              </a:lnSpc>
            </a:pPr>
            <a:r>
              <a:rPr sz="1600">
                <a:latin typeface="+mn-ea"/>
              </a:rPr>
              <a:t>{{MAIN_PROGRESS}}</a:t>
            </a:r>
          </a:p>
          <a:p>
            <a:pPr marL="285750" fontAlgn="t">
              <a:lnSpc>
                <a:spcPct val="160000"/>
              </a:lnSpc>
            </a:pPr>
            <a:r>
              <a:rPr sz="1600">
                <a:latin typeface="+mn-ea"/>
              </a:rPr>
              <a:t/>
            </a:r>
          </a:p>
          <a:p>
            <a:pPr marL="285750" indent="-285750" fontAlgn="t">
              <a:lnSpc>
                <a:spcPct val="160000"/>
              </a:lnSpc>
              <a:buFont typeface="Wingdings" panose="05000000000000000000" charset="0"/>
              <a:buChar char=""/>
            </a:pPr>
            <a:r>
              <a:rPr sz="1600">
                <a:latin typeface="+mn-ea"/>
              </a:rPr>
              <a:t>存在问题</a:t>
            </a:r>
          </a:p>
          <a:p>
            <a:pPr marL="285750" fontAlgn="t">
              <a:lnSpc>
                <a:spcPct val="160000"/>
              </a:lnSpc>
            </a:pPr>
            <a:r>
              <a:rPr sz="1600">
                <a:latin typeface="+mn-ea"/>
              </a:rPr>
              <a:t>{{ISSUES}}</a:t>
            </a:r>
          </a:p>
          <a:p>
            <a:pPr marL="285750" fontAlgn="t">
              <a:lnSpc>
                <a:spcPct val="160000"/>
              </a:lnSpc>
            </a:pPr>
            <a:r>
              <a:rPr sz="1600">
                <a:latin typeface="+mn-ea"/>
              </a:rPr>
              <a:t/>
            </a:r>
          </a:p>
          <a:p>
            <a:pPr marL="285750" indent="-285750" fontAlgn="t">
              <a:lnSpc>
                <a:spcPct val="160000"/>
              </a:lnSpc>
              <a:buFont typeface="Wingdings" panose="05000000000000000000" charset="0"/>
              <a:buChar char=""/>
            </a:pPr>
            <a:r>
              <a:rPr sz="1600">
                <a:latin typeface="+mn-ea"/>
              </a:rPr>
              <a:t>需要帮助</a:t>
            </a:r>
          </a:p>
          <a:p>
            <a:pPr marL="285750" fontAlgn="t">
              <a:lnSpc>
                <a:spcPct val="160000"/>
              </a:lnSpc>
            </a:pPr>
            <a:r>
              <a:rPr sz="1600">
                <a:latin typeface="+mn-ea"/>
              </a:rPr>
              <a:t>{{HELP_NEEDED}}</a:t>
            </a:r>
          </a:p>
          <a:p>
            <a:pPr marL="285750" fontAlgn="t">
              <a:lnSpc>
                <a:spcPct val="160000"/>
              </a:lnSpc>
            </a:pPr>
            <a:r>
              <a:rPr sz="1600">
                <a:latin typeface="+mn-ea"/>
              </a:rPr>
              <a:t/>
            </a:r>
          </a:p>
          <a:p>
            <a:pPr marL="285750" indent="-285750" fontAlgn="t">
              <a:lnSpc>
                <a:spcPct val="160000"/>
              </a:lnSpc>
              <a:buFont typeface="Wingdings" panose="05000000000000000000" charset="0"/>
              <a:buChar char=""/>
            </a:pPr>
            <a:r>
              <a:rPr sz="1600">
                <a:latin typeface="+mn-ea"/>
              </a:rPr>
              <a:t>下周计划</a:t>
            </a:r>
          </a:p>
          <a:p>
            <a:pPr marL="285750" fontAlgn="t">
              <a:lnSpc>
                <a:spcPct val="160000"/>
              </a:lnSpc>
            </a:pPr>
            <a:r>
              <a:rPr sz="1600">
                <a:latin typeface="+mn-ea"/>
              </a:rPr>
              <a:t>{{NEXT_PLAN}}</a:t>
            </a:r>
          </a:p>
        </p:txBody>
      </p:sp>
      <p:cxnSp>
        <p:nvCxnSpPr>
          <p:cNvPr id="4" name="直接连接符 3"/>
          <p:cNvCxnSpPr/>
          <p:nvPr>
            <p:custDataLst>
              <p:tags r:id="rId3"/>
            </p:custDataLst>
          </p:nvPr>
        </p:nvCxnSpPr>
        <p:spPr>
          <a:xfrm>
            <a:off x="433070" y="927100"/>
            <a:ext cx="11144250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374_1*a*1"/>
  <p:tag name="KSO_WM_TEMPLATE_CATEGORY" val="custom"/>
  <p:tag name="KSO_WM_TEMPLATE_INDEX" val="20233374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64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374_1*f*1"/>
  <p:tag name="KSO_WM_TEMPLATE_CATEGORY" val="custom"/>
  <p:tag name="KSO_WM_TEMPLATE_INDEX" val="20233374"/>
  <p:tag name="KSO_WM_UNIT_LAYERLEVEL" val="1"/>
  <p:tag name="KSO_WM_TAG_VERSION" val="3.0"/>
  <p:tag name="KSO_WM_BEAUTIFY_FLAG" val="#wm#"/>
  <p:tag name="KSO_WM_UNIT_TEXT_TYPE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3374_1*i*3"/>
  <p:tag name="KSO_WM_TEMPLATE_CATEGORY" val="custom"/>
  <p:tag name="KSO_WM_TEMPLATE_INDEX" val="20233374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SLIDE_ID" val="custom20233374_1"/>
  <p:tag name="KSO_WM_TEMPLATE_SUBCATEGORY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05081"/>
  <p:tag name="KSO_WM_SLIDE_LAYOUT" val="a_f"/>
  <p:tag name="KSO_WM_SLIDE_LAYOUT_CNT" val="1_1"/>
  <p:tag name="KSO_WM_SLIDE_TYPE" val="text"/>
  <p:tag name="KSO_WM_SLIDE_SUBTYPE" val="picTxt"/>
  <p:tag name="KSO_WM_SLIDE_SIZE" val="886*445"/>
  <p:tag name="KSO_WM_SLIDE_POSITION" val="37*28"/>
  <p:tag name="KSO_WM_TEMPLATE_MASTER_TYPE" val="0"/>
  <p:tag name="KSO_WM_TEMPLATE_COLOR_TYPE" val="0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</Words>
  <Application>WPS 演示</Application>
  <PresentationFormat>宽屏</PresentationFormat>
  <Paragraphs>10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汉仪仿宋KW</vt:lpstr>
      <vt:lpstr>Heiti SC Light</vt:lpstr>
      <vt:lpstr>Heiti SC Medium</vt:lpstr>
      <vt:lpstr>WPS</vt:lpstr>
      <vt:lpstr>单击此处添加标题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Eliza</cp:lastModifiedBy>
  <cp:revision>164</cp:revision>
  <dcterms:created xsi:type="dcterms:W3CDTF">2026-07-05T07:09:40Z</dcterms:created>
  <dcterms:modified xsi:type="dcterms:W3CDTF">2026-07-05T07:09:40Z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2052-12.1.23141.23141</vt:lpwstr>
  </property>
  <property fmtid="{D5CDD505-2E9C-101B-9397-08002B2CF9AE}" pid="3" name="ICV">
    <vt:lpwstr>910F57492A5E8B8F26014A6A8CF6D641_41</vt:lpwstr>
  </property>
</Properties>
</file>